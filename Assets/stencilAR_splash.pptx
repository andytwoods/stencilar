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D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>
        <p:scale>
          <a:sx n="100" d="100"/>
          <a:sy n="100" d="100"/>
        </p:scale>
        <p:origin x="-60" y="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54BF5-37C8-B7FB-177E-41C9C8070A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62875-004B-58FF-8993-99E09319D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7F5F0-A2E2-C3CA-7A9C-2AE9F4084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B8F22-4513-4AA5-8BD0-2A33888E1232}" type="datetimeFigureOut">
              <a:rPr lang="en-GB" smtClean="0"/>
              <a:t>20/09/2024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9C1CA-B3CF-FFF5-9D68-5662C3545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E6715-88CB-68AA-5DE7-DE46A31A1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78847-23A9-4B3A-887D-C5D96594C6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1070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E63EB-E8C6-244A-8090-F05B1DCDC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F2EAA-2D47-1BAE-412F-403773291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F377A-7489-FED2-C4B7-D109A6721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B8F22-4513-4AA5-8BD0-2A33888E1232}" type="datetimeFigureOut">
              <a:rPr lang="en-GB" smtClean="0"/>
              <a:t>20/09/2024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6601E-8909-D9F6-C09B-303D6B274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5147E-8D09-B2D9-8813-991FF9F4E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78847-23A9-4B3A-887D-C5D96594C6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0045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531BB-151F-0E90-6CBE-0407E91DC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F2066-261A-84C6-F83C-0FC653C71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1654B8-E52D-60E8-879A-D1F8D931F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B8F22-4513-4AA5-8BD0-2A33888E1232}" type="datetimeFigureOut">
              <a:rPr lang="en-GB" smtClean="0"/>
              <a:t>20/09/2024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214D9-F3E2-D074-C1EB-7A52DBC2C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B028A-7ACD-9BA0-E89F-67AEBC657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78847-23A9-4B3A-887D-C5D96594C6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2914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E568D-0AFF-8396-7836-D0EEA14B2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C51BC-F539-31AF-7D7B-39B57A46EA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790D6D-0EA0-CE88-069C-A9C7264C45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FCFDDC-7A34-F986-6C01-760E9985A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B8F22-4513-4AA5-8BD0-2A33888E1232}" type="datetimeFigureOut">
              <a:rPr lang="en-GB" smtClean="0"/>
              <a:t>20/09/2024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9C45C9-EBFC-48B5-99A4-56A14BB8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DDC545-5926-EC7F-42AF-6A4BB98D2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78847-23A9-4B3A-887D-C5D96594C6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0146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74ED0-8DE0-07EB-1E3E-84B936914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46BA9-9DBC-16A7-07F9-F4374F371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3EC0DA-BB56-0311-C858-005F7AFCD2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FB6DF9-A369-7CBA-C71D-15F8E0CB7B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F2376B-B4E4-5A7D-9415-2CF238EE6A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C59E5B-8D35-B769-7D5F-EF7261948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B8F22-4513-4AA5-8BD0-2A33888E1232}" type="datetimeFigureOut">
              <a:rPr lang="en-GB" smtClean="0"/>
              <a:t>20/09/2024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D22653-B5C8-B517-A25D-17CB01E39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B9C7D1-958C-4A92-2189-FC8DEE994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78847-23A9-4B3A-887D-C5D96594C6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034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EC9E4-7663-3BCF-B730-2FCEE5B4A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F78C8-1ED7-C12C-C95B-5E94D8A7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B8F22-4513-4AA5-8BD0-2A33888E1232}" type="datetimeFigureOut">
              <a:rPr lang="en-GB" smtClean="0"/>
              <a:t>20/09/2024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F8E2E0-8177-41AA-6A9C-31FB176B4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648953-23B6-7F06-C789-091009D55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78847-23A9-4B3A-887D-C5D96594C6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713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B91AD2-04A3-00AF-6C0C-8A866BE75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B8F22-4513-4AA5-8BD0-2A33888E1232}" type="datetimeFigureOut">
              <a:rPr lang="en-GB" smtClean="0"/>
              <a:t>20/09/2024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6AD4FB-F878-75C1-862C-F0317740B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A341FC-A5E7-BE82-B02E-10F43F5F4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78847-23A9-4B3A-887D-C5D96594C6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960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69476-6BF6-62DB-613F-A92216E01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8DBA0-5D13-337F-9A0F-3735F8FE9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B9A462-BBD3-0275-EA56-BF59E1972D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623224-AB11-4B30-D973-5CA76B0DC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B8F22-4513-4AA5-8BD0-2A33888E1232}" type="datetimeFigureOut">
              <a:rPr lang="en-GB" smtClean="0"/>
              <a:t>20/09/2024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E0CA80-3077-E242-FE19-6122CDC26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2B038E-AF42-D47B-1490-DF79EE15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78847-23A9-4B3A-887D-C5D96594C6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3256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A0165-DF80-C77E-BBA4-675107A3F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DEBE1B-392B-4F97-8627-0EEEF0B18E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EBC0F5-7A51-D9EF-5AB6-FBB74D01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D5C95-FCDF-BC5F-55BE-013EA1BD4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B8F22-4513-4AA5-8BD0-2A33888E1232}" type="datetimeFigureOut">
              <a:rPr lang="en-GB" smtClean="0"/>
              <a:t>20/09/2024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70D4CA-05B4-54F2-EFE8-6BB956155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29AEAD-1996-FB31-46BD-3F45AAD72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78847-23A9-4B3A-887D-C5D96594C6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1980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07560-E8C9-4039-5021-620BA032A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5ABC86-E236-554A-1A7E-8BD6FA3B96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E9257-014E-9A35-52C3-67139518F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B8F22-4513-4AA5-8BD0-2A33888E1232}" type="datetimeFigureOut">
              <a:rPr lang="en-GB" smtClean="0"/>
              <a:t>20/09/2024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353CEA-2D9E-C5BF-60D3-C308F35DD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098CB-189E-D7C7-2E15-BF6EEB46B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78847-23A9-4B3A-887D-C5D96594C6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871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477B07-A3EF-456A-AD5D-5DC4E4A9C9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9291C2-B8BD-78B2-546E-03DBB04830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9A1F2-D81A-C880-338F-29D59C640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B8F22-4513-4AA5-8BD0-2A33888E1232}" type="datetimeFigureOut">
              <a:rPr lang="en-GB" smtClean="0"/>
              <a:t>20/09/2024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BD758-F893-DE6E-D2F9-AA747DBAE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E0077-E495-5919-FA49-2AB00D71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78847-23A9-4B3A-887D-C5D96594C6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3257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27CBF9-45FD-31F5-7C67-9EA2643D1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823FFD-1BC5-BD59-B507-DC149B382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A764-CB72-23F5-1EB6-7DA9A54F76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B8F22-4513-4AA5-8BD0-2A33888E1232}" type="datetimeFigureOut">
              <a:rPr lang="en-GB" smtClean="0"/>
              <a:t>20/09/2024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6BFA6-4223-4B9D-3E3A-FB79BF728D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023153-19ED-1642-5CD8-B736F560F3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378847-23A9-4B3A-887D-C5D96594C6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0415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89AC59F-6B04-9286-9738-B453413CF45E}"/>
              </a:ext>
            </a:extLst>
          </p:cNvPr>
          <p:cNvSpPr txBox="1"/>
          <p:nvPr/>
        </p:nvSpPr>
        <p:spPr>
          <a:xfrm>
            <a:off x="2719465" y="1000407"/>
            <a:ext cx="43456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/>
              <a:t>Created by Andy Woods and Jackson Moore</a:t>
            </a:r>
          </a:p>
          <a:p>
            <a:r>
              <a:rPr lang="en-GB" sz="1600" dirty="0"/>
              <a:t>Opensource github.com/andytwoods/StencilAR</a:t>
            </a:r>
            <a:endParaRPr lang="en-GB" sz="1050" dirty="0"/>
          </a:p>
        </p:txBody>
      </p:sp>
      <p:pic>
        <p:nvPicPr>
          <p:cNvPr id="10" name="Picture 4" descr="GitHub Logomark">
            <a:extLst>
              <a:ext uri="{FF2B5EF4-FFF2-40B4-BE49-F238E27FC236}">
                <a16:creationId xmlns:a16="http://schemas.microsoft.com/office/drawing/2014/main" id="{6AC107AD-0F43-9F61-3B73-1E48FD613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4591" y="946727"/>
            <a:ext cx="457237" cy="457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B7EF08A-DE27-DA9C-8104-A7DB1FD6BDD3}"/>
              </a:ext>
            </a:extLst>
          </p:cNvPr>
          <p:cNvSpPr txBox="1"/>
          <p:nvPr/>
        </p:nvSpPr>
        <p:spPr>
          <a:xfrm>
            <a:off x="2900728" y="243797"/>
            <a:ext cx="49911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Stencil </a:t>
            </a:r>
            <a:r>
              <a:rPr lang="en-GB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</a:rPr>
              <a:t>AR</a:t>
            </a:r>
          </a:p>
        </p:txBody>
      </p:sp>
      <p:pic>
        <p:nvPicPr>
          <p:cNvPr id="1030" name="Picture 6" descr="OSI Keyhole Logo, 600 x 600">
            <a:extLst>
              <a:ext uri="{FF2B5EF4-FFF2-40B4-BE49-F238E27FC236}">
                <a16:creationId xmlns:a16="http://schemas.microsoft.com/office/drawing/2014/main" id="{C004E2F9-0228-6D63-61C6-6E28EA8BEC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6663" y="1013330"/>
            <a:ext cx="334459" cy="324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BB5F852-DDA9-67B8-C4AF-CBD922474D1B}"/>
              </a:ext>
            </a:extLst>
          </p:cNvPr>
          <p:cNvSpPr txBox="1"/>
          <p:nvPr/>
        </p:nvSpPr>
        <p:spPr>
          <a:xfrm>
            <a:off x="2352676" y="4812552"/>
            <a:ext cx="47124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Image via https://huggingface.co/ByteDance/SDXL-Lightning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BD090F-CCD7-774A-A475-D3643B4511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7960" y="1591728"/>
            <a:ext cx="3163072" cy="31502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52FA27-DE81-ABB1-BBD4-00E1E1A898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7625" y="1587839"/>
            <a:ext cx="3163072" cy="3158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309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28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ADLaM Display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Andy Woods</dc:creator>
  <cp:lastModifiedBy>Andy Woods</cp:lastModifiedBy>
  <cp:revision>7</cp:revision>
  <dcterms:created xsi:type="dcterms:W3CDTF">2024-02-20T18:47:53Z</dcterms:created>
  <dcterms:modified xsi:type="dcterms:W3CDTF">2024-09-20T14:16:48Z</dcterms:modified>
</cp:coreProperties>
</file>